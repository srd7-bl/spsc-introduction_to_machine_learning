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A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37"/>
  </p:normalViewPr>
  <p:slideViewPr>
    <p:cSldViewPr snapToGrid="0">
      <p:cViewPr>
        <p:scale>
          <a:sx n="124" d="100"/>
          <a:sy n="124" d="100"/>
        </p:scale>
        <p:origin x="-13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863B-CBC3-D4C2-B413-6C5727AC8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66232-D83F-D7F4-DFF4-ECC1B8C1B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1C5A2-5896-553D-7021-C8AE4B18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01A31-F0E6-898E-AC52-6AF781EDF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04F5-F720-4A46-6077-02D029DB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7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FC7A-99CF-397A-704F-1B4A4913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2FAA6-76FC-3F90-E8B3-2A2D29A65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E976E-323E-D6ED-B564-487D59CA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5E2B-8434-2DC9-5DAB-7EAEE48B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C7A7D-A86E-C2AE-7BFD-93FD5E9B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2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F42F-2CD7-17E5-CAAF-E553BEED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4286B-7E50-5C99-3881-0BB1D681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374F-54B7-433A-698D-BFEA8C64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E02BC-5610-1F88-674D-B0D6B65D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07460-D1D0-76E5-8FD8-8843E2E8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07EB-4E1D-0032-BAB6-7434F9D8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E5924-3693-99BD-7E98-82C5B0D65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D50BB-6F36-472C-8BE9-E24735645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1499E-2EA5-2B04-FF96-44C259B88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C799A-60B6-2663-7964-2D5537E3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9B782-9828-BFDF-27C7-F870D702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1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91C9-944B-4B31-AE51-8EB08F4A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6A58-90BF-58F7-62E0-EAAFC3C84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0465-3394-507C-704E-683B6E91D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DE904-B9F2-4737-CE00-52D82A3AD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6A6C0-78AC-8CFC-963B-002FD798F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68BE4-3CCC-4885-B01E-E453B943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60A60-05D8-A528-138D-CB522FAE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BE4A7-3EDE-E0E3-954A-87712A9A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5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8261-09DE-97C4-AAD7-4C56FBDF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FEAE1-35BD-FAD2-B68C-F1634118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97B7C-BB55-B612-B26F-D06CA2E3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CB2F4-A846-6BBE-A7DE-B2497AA2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7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88CF6-C424-5E6F-1C3C-9964E872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BB676-5973-27D8-6332-1DE1FCE8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4B1D5-45B6-36AA-85DC-5529BBDB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3266-066F-E555-5CA8-7158DE15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77295-33FE-B587-F7C3-F474E168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396EC-8D8D-89E1-F3D7-7EAA86B1E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B8406-9E0E-1746-700D-70976CDD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04815-CF6E-72AD-EBBC-1732AF49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A5AFC-C392-9567-13F3-E46EE5FDB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80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FAE5-9AB5-DC13-A1B0-A5FE0821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E55D9E-23E8-A125-7CC8-2AAAAED94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AA809-F1E6-0CB1-7C3B-01D2078A3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43FA7-C97F-3007-DA00-3C7AD6C6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A82EC-733E-4733-7F10-A7D5C14A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9F13C-0FD7-8480-50C1-4D44FB0E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6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319D-8A6F-2FAB-CD4D-FF161DFC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FB1B0-5DC5-90E0-F557-C7D66BB4C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5D56E-F0FF-9A77-A29F-28BABE4CD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257A1-2111-732D-D6EB-E4C354CC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67D59-3E85-7DE7-DD9D-8D3CA243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9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D7DE7-F0A9-6062-9B7E-29CE5815D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7F410-2481-22B5-EE2D-2CC1B70C6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9614-E49C-79AA-906B-33EEAF784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49714-FC39-9EB5-8DBC-74E0E60EA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DA7C2-5ED6-1568-FE56-2263D112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6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35E6B-4D4E-49F7-B9A8-4A1576FE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A80E5-F4FA-AE9B-CB43-90E3D5DF2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C68D4-227B-A719-2ABB-EA9C43FDB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7B799-1844-5A4D-A18F-868D08F792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E00C7-53FF-00B0-3DFA-73A61CFAF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EC0E6-2F6B-1AC2-4C85-28091A45E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449CD-520E-6341-8039-DE553551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7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18A45162-B0A0-B8E4-6C0A-7407A21EE9C8}"/>
              </a:ext>
            </a:extLst>
          </p:cNvPr>
          <p:cNvSpPr/>
          <p:nvPr/>
        </p:nvSpPr>
        <p:spPr>
          <a:xfrm>
            <a:off x="-2004533" y="2467107"/>
            <a:ext cx="6958012" cy="6986588"/>
          </a:xfrm>
          <a:prstGeom prst="ellipse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DC9CA5-65FB-8996-A8F6-AA522C56F743}"/>
              </a:ext>
            </a:extLst>
          </p:cNvPr>
          <p:cNvSpPr/>
          <p:nvPr/>
        </p:nvSpPr>
        <p:spPr>
          <a:xfrm>
            <a:off x="6715126" y="-2154004"/>
            <a:ext cx="6958012" cy="6986588"/>
          </a:xfrm>
          <a:prstGeom prst="ellipse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A0F95-4EA8-F8AD-B331-80431EC832DF}"/>
              </a:ext>
            </a:extLst>
          </p:cNvPr>
          <p:cNvSpPr txBox="1"/>
          <p:nvPr/>
        </p:nvSpPr>
        <p:spPr>
          <a:xfrm>
            <a:off x="352539" y="297456"/>
            <a:ext cx="46009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Posterama" panose="020B0504020200020000" pitchFamily="34" charset="0"/>
                <a:cs typeface="Posterama" panose="020B0504020200020000" pitchFamily="34" charset="0"/>
              </a:rPr>
              <a:t>Name: 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Liang(Leo) Yang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30BAA80-3916-9521-0C73-C43475CADD75}"/>
              </a:ext>
            </a:extLst>
          </p:cNvPr>
          <p:cNvSpPr/>
          <p:nvPr/>
        </p:nvSpPr>
        <p:spPr>
          <a:xfrm>
            <a:off x="245327" y="981072"/>
            <a:ext cx="10359483" cy="5686108"/>
          </a:xfrm>
          <a:prstGeom prst="roundRect">
            <a:avLst>
              <a:gd name="adj" fmla="val 7842"/>
            </a:avLst>
          </a:prstGeom>
          <a:solidFill>
            <a:srgbClr val="F5FAA9">
              <a:alpha val="55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EDF72-DD00-A1ED-E07B-0BE69A5E0955}"/>
              </a:ext>
            </a:extLst>
          </p:cNvPr>
          <p:cNvSpPr txBox="1"/>
          <p:nvPr/>
        </p:nvSpPr>
        <p:spPr>
          <a:xfrm>
            <a:off x="352539" y="1110689"/>
            <a:ext cx="103999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Academic Goal</a:t>
            </a: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Develop a systematic understanding of the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fundamental</a:t>
            </a: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principles</a:t>
            </a: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 and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underlying</a:t>
            </a: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logic</a:t>
            </a: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 of machine learning.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Hope to improve my ability to apply these ideas in practice, choose suitable graphs and evidence, and explain technical findings clearly and cautiously.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Professional Goal:</a:t>
            </a:r>
          </a:p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Explore a future career in artificial intelligence and machine learning(Ex. Data Scientists). Through this course, I hope to gain early experience in dealing with real-world data.</a:t>
            </a:r>
          </a:p>
          <a:p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Personal Interests:</a:t>
            </a:r>
          </a:p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Self-studying and exploring mathematics and computer science. I believe they are more than just subjects; they are an art of thinking.</a:t>
            </a:r>
          </a:p>
          <a:p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Interesting fact:</a:t>
            </a:r>
          </a:p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I started learning programming when I was in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Grade 5</a:t>
            </a: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. The first language I learned is Python (However, My later focus on C++ led to me becoming less familiar with Python).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E5CC8B-A038-B444-72E3-D9692E686F2D}"/>
              </a:ext>
            </a:extLst>
          </p:cNvPr>
          <p:cNvSpPr/>
          <p:nvPr/>
        </p:nvSpPr>
        <p:spPr>
          <a:xfrm>
            <a:off x="-161925" y="875262"/>
            <a:ext cx="12515850" cy="105809"/>
          </a:xfrm>
          <a:prstGeom prst="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B23DD-9768-6E04-8660-DFFCCE9182E0}"/>
              </a:ext>
            </a:extLst>
          </p:cNvPr>
          <p:cNvSpPr/>
          <p:nvPr/>
        </p:nvSpPr>
        <p:spPr>
          <a:xfrm rot="5400000">
            <a:off x="4536050" y="2227812"/>
            <a:ext cx="12515850" cy="83027"/>
          </a:xfrm>
          <a:prstGeom prst="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58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152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Posterama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 (Leo) Yang</dc:creator>
  <cp:lastModifiedBy>Liang (Leo) Yang</cp:lastModifiedBy>
  <cp:revision>1</cp:revision>
  <dcterms:created xsi:type="dcterms:W3CDTF">2026-06-16T01:41:49Z</dcterms:created>
  <dcterms:modified xsi:type="dcterms:W3CDTF">2026-06-16T02:06:47Z</dcterms:modified>
</cp:coreProperties>
</file>