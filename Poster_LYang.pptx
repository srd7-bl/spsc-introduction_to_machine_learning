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0" d="100"/>
          <a:sy n="90" d="100"/>
        </p:scale>
        <p:origin x="19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4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>
                    <a:tint val="82000"/>
                  </a:schemeClr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82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4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5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6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4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4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1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1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765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2431631"/>
            <a:ext cx="10504646" cy="5795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B3D49-78C4-9B4F-B769-421F2ED64B42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A9ED3-B6C5-2D48-84E5-1F3219E8B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1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EB93-50BD-0002-5A4C-4BD2D8771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4CF52-79E4-BC55-CB1A-8E3F251623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DB2F8-F217-6ECD-2A3F-330270B9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79300" cy="913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0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Ledger Paper (11x17 in)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 (Leo) Yang</dc:creator>
  <cp:lastModifiedBy>Liang (Leo) Yang</cp:lastModifiedBy>
  <cp:revision>1</cp:revision>
  <dcterms:created xsi:type="dcterms:W3CDTF">2026-06-26T23:41:54Z</dcterms:created>
  <dcterms:modified xsi:type="dcterms:W3CDTF">2026-06-26T23:43:48Z</dcterms:modified>
</cp:coreProperties>
</file>